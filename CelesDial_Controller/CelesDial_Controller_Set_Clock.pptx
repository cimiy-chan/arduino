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6DB4A-76B7-82DC-E988-F432D94F4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FA01E-9C2E-C979-342F-9A044C1DA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82884-D506-15A6-75FD-4C8F904DA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BA06-603C-47CE-848D-08DD6DCF9C13}" type="datetimeFigureOut">
              <a:rPr lang="en-HK" smtClean="0"/>
              <a:t>16/5/2025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500B-8885-D9F4-5E27-21DBE6063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F3546-45C2-8133-D7F5-B86ED15D8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18BD-EFD1-4AFB-BDDA-CB3FCDA767A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9773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E77D-02A8-0C85-93BC-63452179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57A30-8816-247D-3F4C-6207F2941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1C1FC-5569-04D3-6888-8FE4B27FA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BA06-603C-47CE-848D-08DD6DCF9C13}" type="datetimeFigureOut">
              <a:rPr lang="en-HK" smtClean="0"/>
              <a:t>16/5/2025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4D433-9D78-FEDA-5527-8A387E9E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51152-C465-AF64-4EC9-8BD38542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18BD-EFD1-4AFB-BDDA-CB3FCDA767A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5316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E72CE-BC58-2B4D-19FB-518B04449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66057-1508-96A2-CBCD-3C24DB702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BE3F0-1FA7-A03E-D994-326A6B748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BA06-603C-47CE-848D-08DD6DCF9C13}" type="datetimeFigureOut">
              <a:rPr lang="en-HK" smtClean="0"/>
              <a:t>16/5/2025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ACDC9-2C94-6658-153F-6097D16C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4EE43-F0E1-0C6D-CB58-D8BB9390F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18BD-EFD1-4AFB-BDDA-CB3FCDA767A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118231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6C245-EA81-0E06-5FD6-76BB1F258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100CD-816C-729D-C172-E16E79151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88821-5D27-1945-662D-50798C9E9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B25E3-1918-89F1-1A92-CA975B4FE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BA06-603C-47CE-848D-08DD6DCF9C13}" type="datetimeFigureOut">
              <a:rPr lang="en-HK" smtClean="0"/>
              <a:t>16/5/2025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DF436-EB6C-EC0E-D500-89B8DE7FE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A11E0-AE58-EB6C-745D-53006CC2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18BD-EFD1-4AFB-BDDA-CB3FCDA767A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27272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72B9D-12C1-3753-D4A2-875D89ADA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18AC0-CD3E-F89E-8749-EA54272DF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BCC70-EE66-1476-D3A8-5097D64D2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2DE9CA-16C9-9AE4-6A93-23FE2F82D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C2D5F9-8680-9E3D-381C-C39F6D4C7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4CAE1-2589-76A7-3F4B-77923454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BA06-603C-47CE-848D-08DD6DCF9C13}" type="datetimeFigureOut">
              <a:rPr lang="en-HK" smtClean="0"/>
              <a:t>16/5/2025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E084DE-B4FC-D793-005C-392C3FBD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CCCF11-F7CA-31F1-E81C-FD9EFC7E0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18BD-EFD1-4AFB-BDDA-CB3FCDA767A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36112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7166-A9F0-756A-E1DD-7CFBF605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B537D7-D2EA-5AEF-E57B-BB5B7A63B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BA06-603C-47CE-848D-08DD6DCF9C13}" type="datetimeFigureOut">
              <a:rPr lang="en-HK" smtClean="0"/>
              <a:t>16/5/2025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ED91EE-5D23-CFC3-0172-64C73A169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F6001D-C750-A4D1-0FB0-A1638DAA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18BD-EFD1-4AFB-BDDA-CB3FCDA767A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8345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B80C4-7931-97D0-DF8A-6947F5D71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BA06-603C-47CE-848D-08DD6DCF9C13}" type="datetimeFigureOut">
              <a:rPr lang="en-HK" smtClean="0"/>
              <a:t>16/5/2025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D9B031-E1D0-9212-0BB0-FDCFBAC3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0D935-4978-72AB-0767-216EF8E8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18BD-EFD1-4AFB-BDDA-CB3FCDA767A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83416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28FD-52F5-F823-5099-E245F383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DD295-FE18-8062-7254-E01DD1196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0CE7C-33A8-1F44-0F5F-69928517B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9F6B4-40D9-DE3B-C50A-019E2AF86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BA06-603C-47CE-848D-08DD6DCF9C13}" type="datetimeFigureOut">
              <a:rPr lang="en-HK" smtClean="0"/>
              <a:t>16/5/2025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BCD21-067B-7F18-DCBC-3B180BE8B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C599D-2D06-DED2-6145-D9EB0B4FE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18BD-EFD1-4AFB-BDDA-CB3FCDA767A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12256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1CCE-BC04-377F-8686-0FC506D00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987E0D-4661-61B7-A937-36BAA29C5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4330B8-553D-B5E9-5BBB-7BE4F25A4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5DDFF-13EE-7179-C212-85CD303D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BA06-603C-47CE-848D-08DD6DCF9C13}" type="datetimeFigureOut">
              <a:rPr lang="en-HK" smtClean="0"/>
              <a:t>16/5/2025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2EE2E-53F7-D7FE-84FD-0F9A1C341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E0572-C717-467A-E312-AB9DF062A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18BD-EFD1-4AFB-BDDA-CB3FCDA767A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5973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8166C-07C2-5CC0-0049-C082649E5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E2344-7A2A-1970-453A-A6C0A3EEB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601C7-EF9E-B7A3-4346-7CC8DF2F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BA06-603C-47CE-848D-08DD6DCF9C13}" type="datetimeFigureOut">
              <a:rPr lang="en-HK" smtClean="0"/>
              <a:t>16/5/2025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C01-D40F-F8EB-3A30-5B4A28334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15E74-F918-3682-54C2-23297C37B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18BD-EFD1-4AFB-BDDA-CB3FCDA767A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21776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0687B2-B594-7395-9451-EB027AB086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E60FB-DEDB-9B59-5C05-432668618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2F1E7-EC31-48B8-6F87-8715F84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BA06-603C-47CE-848D-08DD6DCF9C13}" type="datetimeFigureOut">
              <a:rPr lang="en-HK" smtClean="0"/>
              <a:t>16/5/2025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2B280-8537-4948-26FB-2A3F6979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21FFD-95D8-5DC4-4AB9-932689709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18BD-EFD1-4AFB-BDDA-CB3FCDA767A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6308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100919-72A5-976B-F475-BCE60B5B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5E0C0-5517-8223-1C22-707194B29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1321C-8D60-9132-8BD6-C33516B3C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69BA06-603C-47CE-848D-08DD6DCF9C13}" type="datetimeFigureOut">
              <a:rPr lang="en-HK" smtClean="0"/>
              <a:t>16/5/2025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89B8B-A8EC-19B2-FD87-540CB2FDF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B9E33-0757-584D-A041-1C77F4549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918BD-EFD1-4AFB-BDDA-CB3FCDA767A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3227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030BB6-6F0C-8555-309D-B953718B867C}"/>
              </a:ext>
            </a:extLst>
          </p:cNvPr>
          <p:cNvSpPr txBox="1"/>
          <p:nvPr/>
        </p:nvSpPr>
        <p:spPr>
          <a:xfrm>
            <a:off x="4068040" y="77605"/>
            <a:ext cx="40559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CelesDial</a:t>
            </a:r>
            <a:r>
              <a:rPr lang="en-US" sz="3600" dirty="0"/>
              <a:t> Set clock</a:t>
            </a:r>
            <a:endParaRPr lang="en-HK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0FD6D4-47A5-098E-FB3F-BCCF5FB8B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53" y="1532466"/>
            <a:ext cx="3248025" cy="1371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B613F1A-37DF-C432-44FA-C610C2D8E56E}"/>
              </a:ext>
            </a:extLst>
          </p:cNvPr>
          <p:cNvSpPr/>
          <p:nvPr/>
        </p:nvSpPr>
        <p:spPr>
          <a:xfrm>
            <a:off x="380998" y="2463800"/>
            <a:ext cx="2556934" cy="203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D2E34B-717A-3FED-380B-AF87755FA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937" y="1018116"/>
            <a:ext cx="3133725" cy="2400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C9B1C3-5642-DC02-9048-77875B151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891" y="2023003"/>
            <a:ext cx="361950" cy="3905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39EA20-CC37-CCEC-FDBE-EE9603DF30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937" y="4349220"/>
            <a:ext cx="3314700" cy="1343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08A88B-8272-E0B7-A2A3-F771C3583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937932" y="4825469"/>
            <a:ext cx="361950" cy="390525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A4A3BA-3433-9DF5-79CF-2228D7C7BAE6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3588278" y="2218266"/>
            <a:ext cx="11186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68BD46-FFC1-7BA6-833B-A6510DDD3E43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7840662" y="2218266"/>
            <a:ext cx="14102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1B039C62-A212-3164-9D92-763313CDF17D}"/>
              </a:ext>
            </a:extLst>
          </p:cNvPr>
          <p:cNvCxnSpPr>
            <a:stCxn id="11" idx="2"/>
            <a:endCxn id="13" idx="3"/>
          </p:cNvCxnSpPr>
          <p:nvPr/>
        </p:nvCxnSpPr>
        <p:spPr>
          <a:xfrm rot="5400000">
            <a:off x="7423150" y="3012016"/>
            <a:ext cx="2607205" cy="14102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E40011-69EA-E81E-91BF-6F51F94998DF}"/>
              </a:ext>
            </a:extLst>
          </p:cNvPr>
          <p:cNvCxnSpPr>
            <a:stCxn id="13" idx="1"/>
            <a:endCxn id="14" idx="1"/>
          </p:cNvCxnSpPr>
          <p:nvPr/>
        </p:nvCxnSpPr>
        <p:spPr>
          <a:xfrm flipH="1" flipV="1">
            <a:off x="3299882" y="5020731"/>
            <a:ext cx="1407055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0C068D7-B684-3FF5-A386-4AF8680467FC}"/>
              </a:ext>
            </a:extLst>
          </p:cNvPr>
          <p:cNvSpPr/>
          <p:nvPr/>
        </p:nvSpPr>
        <p:spPr>
          <a:xfrm>
            <a:off x="4766731" y="5244041"/>
            <a:ext cx="2556934" cy="203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EB4BBD-80F1-6C3F-0C6D-8294A80D6A24}"/>
              </a:ext>
            </a:extLst>
          </p:cNvPr>
          <p:cNvSpPr/>
          <p:nvPr/>
        </p:nvSpPr>
        <p:spPr>
          <a:xfrm>
            <a:off x="5528731" y="1626275"/>
            <a:ext cx="2032002" cy="121916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296283-AA8C-1738-9217-842B7A5BB553}"/>
              </a:ext>
            </a:extLst>
          </p:cNvPr>
          <p:cNvSpPr txBox="1"/>
          <p:nvPr/>
        </p:nvSpPr>
        <p:spPr>
          <a:xfrm>
            <a:off x="914939" y="1234533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is_set_clock</a:t>
            </a:r>
            <a:r>
              <a:rPr lang="en-US" dirty="0"/>
              <a:t> = true;</a:t>
            </a:r>
            <a:endParaRPr lang="en-HK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FC3B02-06ED-9645-739F-249C2505589F}"/>
              </a:ext>
            </a:extLst>
          </p:cNvPr>
          <p:cNvSpPr txBox="1"/>
          <p:nvPr/>
        </p:nvSpPr>
        <p:spPr>
          <a:xfrm>
            <a:off x="5225014" y="704850"/>
            <a:ext cx="2235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Adjust date and time</a:t>
            </a:r>
            <a:endParaRPr lang="en-HK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C9266F-3174-1675-D837-750D9029363C}"/>
              </a:ext>
            </a:extLst>
          </p:cNvPr>
          <p:cNvSpPr txBox="1"/>
          <p:nvPr/>
        </p:nvSpPr>
        <p:spPr>
          <a:xfrm>
            <a:off x="8441595" y="1664268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Upload to Arduino</a:t>
            </a:r>
            <a:endParaRPr lang="en-HK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30CBC4-62CA-A65A-C294-0E996D8DC4F1}"/>
              </a:ext>
            </a:extLst>
          </p:cNvPr>
          <p:cNvSpPr txBox="1"/>
          <p:nvPr/>
        </p:nvSpPr>
        <p:spPr>
          <a:xfrm>
            <a:off x="9431866" y="3347798"/>
            <a:ext cx="2675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it around 1 mins to</a:t>
            </a:r>
          </a:p>
          <a:p>
            <a:r>
              <a:rPr lang="en-US" dirty="0"/>
              <a:t>check if correct date/time</a:t>
            </a:r>
            <a:endParaRPr lang="en-HK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332E0E-4043-801E-4684-5877A1301CA3}"/>
              </a:ext>
            </a:extLst>
          </p:cNvPr>
          <p:cNvSpPr txBox="1"/>
          <p:nvPr/>
        </p:nvSpPr>
        <p:spPr>
          <a:xfrm>
            <a:off x="5225014" y="4026575"/>
            <a:ext cx="2177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is_set_clock</a:t>
            </a:r>
            <a:r>
              <a:rPr lang="en-US" dirty="0"/>
              <a:t> = false;</a:t>
            </a:r>
            <a:endParaRPr lang="en-HK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BC59CC-9713-F806-B1D8-C6A759909743}"/>
              </a:ext>
            </a:extLst>
          </p:cNvPr>
          <p:cNvSpPr txBox="1"/>
          <p:nvPr/>
        </p:nvSpPr>
        <p:spPr>
          <a:xfrm>
            <a:off x="2128635" y="4451400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Upload to Arduino</a:t>
            </a:r>
            <a:endParaRPr lang="en-HK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024B83-13A6-5E2E-05A7-8CAE36BBEE58}"/>
              </a:ext>
            </a:extLst>
          </p:cNvPr>
          <p:cNvSpPr txBox="1"/>
          <p:nvPr/>
        </p:nvSpPr>
        <p:spPr>
          <a:xfrm>
            <a:off x="1068122" y="4833657"/>
            <a:ext cx="777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Finish</a:t>
            </a:r>
            <a:endParaRPr lang="en-HK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C75571B-BE31-7D75-B74C-B2C632F7A3DC}"/>
              </a:ext>
            </a:extLst>
          </p:cNvPr>
          <p:cNvCxnSpPr>
            <a:stCxn id="14" idx="3"/>
            <a:endCxn id="31" idx="3"/>
          </p:cNvCxnSpPr>
          <p:nvPr/>
        </p:nvCxnSpPr>
        <p:spPr>
          <a:xfrm flipH="1" flipV="1">
            <a:off x="1845643" y="5018323"/>
            <a:ext cx="1092289" cy="2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364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Cimiy Chan</dc:creator>
  <cp:lastModifiedBy>Cimiy Chan</cp:lastModifiedBy>
  <cp:revision>1</cp:revision>
  <dcterms:created xsi:type="dcterms:W3CDTF">2025-05-16T05:42:37Z</dcterms:created>
  <dcterms:modified xsi:type="dcterms:W3CDTF">2025-05-16T05:50:43Z</dcterms:modified>
</cp:coreProperties>
</file>